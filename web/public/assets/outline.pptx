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0" d="100"/>
          <a:sy n="140" d="100"/>
        </p:scale>
        <p:origin x="144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5B960A-BD29-0225-BA52-0E57530870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2C87647-6EE0-4896-5EC4-EF46295EAA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A9D12A-9E1B-FB29-53E9-BE5905504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15D0A-80B4-4EF9-A1B8-E561E05A85EC}" type="datetimeFigureOut">
              <a:rPr lang="zh-CN" altLang="en-US" smtClean="0"/>
              <a:t>2026-05-18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C24EC5-B04F-A8D4-0F36-852E5D16C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814B7E-F351-B8EB-6D88-A7E66B04C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8EEB0-5753-499C-8CF1-E42D651449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1267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C220C5-78D3-AE31-CDE2-20DB36DB1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BB0C4B-897E-AE3D-6754-0FDA9A0517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22FC3F-AB8B-2D9C-340B-72B544238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15D0A-80B4-4EF9-A1B8-E561E05A85EC}" type="datetimeFigureOut">
              <a:rPr lang="zh-CN" altLang="en-US" smtClean="0"/>
              <a:t>2026-05-18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2C8029-AA72-0BB9-1648-644095A75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9E4E3D-380C-431C-47B8-D4D013F82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8EEB0-5753-499C-8CF1-E42D651449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7975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CDEFE2-F695-7FF1-69D4-39EBC62EA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6E86B9D-210A-E639-AF35-AD4841007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9854C3-E8DE-6EE9-0C25-AD271E24B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15D0A-80B4-4EF9-A1B8-E561E05A85EC}" type="datetimeFigureOut">
              <a:rPr lang="zh-CN" altLang="en-US" smtClean="0"/>
              <a:t>2026-05-18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4D807B-9D24-F76F-0B50-D3421412D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97AD79-B0F0-D16C-D481-CEFA5215F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8EEB0-5753-499C-8CF1-E42D651449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8461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16A4C4-669F-8CDF-381B-B2D2A9B1D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4ED1F0-0967-9654-CD78-6D1E005BCA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FEB897A-D416-1C02-CBCA-BCC7C5243E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FA66142-C7AF-AFC0-1080-386A3E0F4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15D0A-80B4-4EF9-A1B8-E561E05A85EC}" type="datetimeFigureOut">
              <a:rPr lang="zh-CN" altLang="en-US" smtClean="0"/>
              <a:t>2026-05-18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68442E3-07A8-6661-C9C8-85F01FE40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17A06BC-20D1-8295-87F7-F5EDA28BE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8EEB0-5753-499C-8CF1-E42D651449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1956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8CE8B1-1F96-FA45-3A6F-274AF4640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9D4460B-5A05-8BCC-0BC8-01587D34C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C27D6DC-BD5F-9123-7438-300E532A9A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5B390D8-FAF8-1BF4-CE57-9D4F328A93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CEB15A0-A2AF-2963-8D2E-6B7DD5032D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0C0B7E6-BB8E-F023-E694-330D010DB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15D0A-80B4-4EF9-A1B8-E561E05A85EC}" type="datetimeFigureOut">
              <a:rPr lang="zh-CN" altLang="en-US" smtClean="0"/>
              <a:t>2026-05-18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5990DBB-9DFC-D17C-E57B-508D0103A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57CA8F0-B868-B297-35B6-409E600D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8EEB0-5753-499C-8CF1-E42D651449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3156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F39E55-5550-7685-C0CD-3229532C0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203D162-4457-41E5-F749-1E67CD365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15D0A-80B4-4EF9-A1B8-E561E05A85EC}" type="datetimeFigureOut">
              <a:rPr lang="zh-CN" altLang="en-US" smtClean="0"/>
              <a:t>2026-05-18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E4279BB-F854-EC0D-F62C-2979D4A46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39FB913-6A3E-1019-3F02-D25EFEF0C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8EEB0-5753-499C-8CF1-E42D651449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650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B760ED5-24A9-EBBA-1054-9D4423D61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15D0A-80B4-4EF9-A1B8-E561E05A85EC}" type="datetimeFigureOut">
              <a:rPr lang="zh-CN" altLang="en-US" smtClean="0"/>
              <a:t>2026-05-18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13CFECD-585F-B1BD-A77C-A9028B034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2B3B24-B023-0928-3635-4057EBF07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8EEB0-5753-499C-8CF1-E42D651449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4748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ACEDC9-E000-95A2-CB33-D44BC8BFE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9A520E-9BEE-4E38-7933-1F034EF13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DD3CA46-37CA-0BA0-BCCF-1F62A50027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9676119-09A7-DE54-704E-F882B4DFA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15D0A-80B4-4EF9-A1B8-E561E05A85EC}" type="datetimeFigureOut">
              <a:rPr lang="zh-CN" altLang="en-US" smtClean="0"/>
              <a:t>2026-05-18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16B0657-AEC8-EB3C-466B-50890C720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44D3628-9E0E-9FFC-23B8-CAC4E0B89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8EEB0-5753-499C-8CF1-E42D651449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2515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3D7DD0-D2B0-7982-358E-D63089E97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195483E-96AD-8A11-8C81-89ED69C14B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826F074-4EE8-769A-1345-915C99BE51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45705A0-04C6-4349-213E-4E0D47AE4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15D0A-80B4-4EF9-A1B8-E561E05A85EC}" type="datetimeFigureOut">
              <a:rPr lang="zh-CN" altLang="en-US" smtClean="0"/>
              <a:t>2026-05-18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77B281-5059-D88E-FECA-E7318AC96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F2F0AD4-BA83-F8F7-B300-3EF6E2A0A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8EEB0-5753-499C-8CF1-E42D651449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9820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2F26A8-E194-9C28-0988-2D9FE98C8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BE3C42B-5707-1022-FC50-0A0C16F17A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8B8D40-2FCA-1919-B84A-F137C6762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15D0A-80B4-4EF9-A1B8-E561E05A85EC}" type="datetimeFigureOut">
              <a:rPr lang="zh-CN" altLang="en-US" smtClean="0"/>
              <a:t>2026-05-18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C562D0-647D-C8FE-D1D3-880FF6765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D7E67C-0F82-F8B2-A1E0-8A53DC56A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8EEB0-5753-499C-8CF1-E42D651449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012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B5F3544-8D2B-9220-F11F-295119CF75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A7C6E97-5FA2-B509-CCFB-AE693C636D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972AE1-6883-9889-50C2-B3ACAB12A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15D0A-80B4-4EF9-A1B8-E561E05A85EC}" type="datetimeFigureOut">
              <a:rPr lang="zh-CN" altLang="en-US" smtClean="0"/>
              <a:t>2026-05-18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E7E422-38AA-DCBA-EF6D-E2D754B47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658121-8466-180E-3A41-208D9120F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8EEB0-5753-499C-8CF1-E42D651449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7229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E1B8DFE-E6B8-2A54-9068-8B2B21BD4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9BFE48D-B5A7-EDCA-3D19-8632C39BFE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8DFB8C-B828-9547-2ABB-20764945D6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015D0A-80B4-4EF9-A1B8-E561E05A85EC}" type="datetimeFigureOut">
              <a:rPr lang="zh-CN" altLang="en-US" smtClean="0"/>
              <a:t>2026-05-18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B3E8C7-89C7-BDCB-E19F-6FFDE7C6B6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ECF343-873D-E21B-A253-66E41FF9A8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28EEB0-5753-499C-8CF1-E42D651449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1556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EBD04C9-CBC1-F090-23CC-868D8B5FD0C5}"/>
              </a:ext>
            </a:extLst>
          </p:cNvPr>
          <p:cNvSpPr/>
          <p:nvPr/>
        </p:nvSpPr>
        <p:spPr>
          <a:xfrm>
            <a:off x="645995" y="2088108"/>
            <a:ext cx="2438399" cy="27977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79339BF-290E-BCC2-B4EA-FC06CCC5D329}"/>
              </a:ext>
            </a:extLst>
          </p:cNvPr>
          <p:cNvSpPr/>
          <p:nvPr/>
        </p:nvSpPr>
        <p:spPr>
          <a:xfrm>
            <a:off x="3458191" y="2088108"/>
            <a:ext cx="2438399" cy="27977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F631878-7BA9-EFFE-8680-5149DAE9B692}"/>
              </a:ext>
            </a:extLst>
          </p:cNvPr>
          <p:cNvSpPr/>
          <p:nvPr/>
        </p:nvSpPr>
        <p:spPr>
          <a:xfrm>
            <a:off x="9082584" y="2088108"/>
            <a:ext cx="2438399" cy="27977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DA92950-5C40-280F-F19D-AD6D58AC339A}"/>
              </a:ext>
            </a:extLst>
          </p:cNvPr>
          <p:cNvSpPr/>
          <p:nvPr/>
        </p:nvSpPr>
        <p:spPr>
          <a:xfrm>
            <a:off x="6270387" y="2088108"/>
            <a:ext cx="2438399" cy="27977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60B1B6A-F7CD-B167-83D1-312934E8F475}"/>
              </a:ext>
            </a:extLst>
          </p:cNvPr>
          <p:cNvSpPr/>
          <p:nvPr/>
        </p:nvSpPr>
        <p:spPr>
          <a:xfrm>
            <a:off x="3458191" y="1671850"/>
            <a:ext cx="2438399" cy="4162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产品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17E653B-0517-8EA0-E2C1-BE430F5D6793}"/>
              </a:ext>
            </a:extLst>
          </p:cNvPr>
          <p:cNvSpPr/>
          <p:nvPr/>
        </p:nvSpPr>
        <p:spPr>
          <a:xfrm>
            <a:off x="6270386" y="1671850"/>
            <a:ext cx="2438399" cy="4162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开发者生态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B69F68F-86AE-6391-0CEB-4C312032DCC6}"/>
              </a:ext>
            </a:extLst>
          </p:cNvPr>
          <p:cNvSpPr/>
          <p:nvPr/>
        </p:nvSpPr>
        <p:spPr>
          <a:xfrm>
            <a:off x="9082584" y="1671850"/>
            <a:ext cx="2438399" cy="4162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关于我们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AF08148-0E2C-4A33-9709-E080B53C656F}"/>
              </a:ext>
            </a:extLst>
          </p:cNvPr>
          <p:cNvSpPr/>
          <p:nvPr/>
        </p:nvSpPr>
        <p:spPr>
          <a:xfrm>
            <a:off x="645993" y="1671850"/>
            <a:ext cx="2438399" cy="4162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首页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4B5B94A-0874-3F9D-3FF6-046B242DFE05}"/>
              </a:ext>
            </a:extLst>
          </p:cNvPr>
          <p:cNvSpPr txBox="1"/>
          <p:nvPr/>
        </p:nvSpPr>
        <p:spPr>
          <a:xfrm>
            <a:off x="5542002" y="20429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官网内容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C2A03AA-26CA-CE77-C366-B4F0600D0839}"/>
              </a:ext>
            </a:extLst>
          </p:cNvPr>
          <p:cNvSpPr txBox="1"/>
          <p:nvPr/>
        </p:nvSpPr>
        <p:spPr>
          <a:xfrm>
            <a:off x="645993" y="2422057"/>
            <a:ext cx="243839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封面图（入口）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我们提供的服务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为什么选我们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产品开发者中心入口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F8ECA58-F0F8-CE00-77E1-54CAFBDAA561}"/>
              </a:ext>
            </a:extLst>
          </p:cNvPr>
          <p:cNvSpPr txBox="1"/>
          <p:nvPr/>
        </p:nvSpPr>
        <p:spPr>
          <a:xfrm>
            <a:off x="3458188" y="2422057"/>
            <a:ext cx="2438398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大规模数据集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工具链</a:t>
            </a:r>
            <a:r>
              <a:rPr lang="zh-CN" altLang="en-US" sz="1200"/>
              <a:t>（一体机弹性算力）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数采设备</a:t>
            </a:r>
            <a:endParaRPr lang="en-US" altLang="zh-CN"/>
          </a:p>
          <a:p>
            <a:endParaRPr lang="en-US" altLang="zh-CN"/>
          </a:p>
          <a:p>
            <a:r>
              <a:rPr lang="zh-CN" altLang="en-US" sz="1400"/>
              <a:t>数据集与数采设备兼容生态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CAFE683-68A0-3EA9-0F99-192FC14C0AC5}"/>
              </a:ext>
            </a:extLst>
          </p:cNvPr>
          <p:cNvSpPr txBox="1"/>
          <p:nvPr/>
        </p:nvSpPr>
        <p:spPr>
          <a:xfrm>
            <a:off x="6270380" y="2422057"/>
            <a:ext cx="243839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一站式开发者平台</a:t>
            </a:r>
            <a:endParaRPr lang="en-US" altLang="zh-CN"/>
          </a:p>
          <a:p>
            <a:endParaRPr lang="en-US" altLang="zh-CN" sz="1400"/>
          </a:p>
          <a:p>
            <a:r>
              <a:rPr lang="zh-CN" altLang="en-US"/>
              <a:t>开源数据集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B99D608-880B-3ED2-F9DD-6A8934FA9646}"/>
              </a:ext>
            </a:extLst>
          </p:cNvPr>
          <p:cNvSpPr txBox="1"/>
          <p:nvPr/>
        </p:nvSpPr>
        <p:spPr>
          <a:xfrm>
            <a:off x="9082585" y="2422057"/>
            <a:ext cx="243839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关于我们</a:t>
            </a:r>
            <a:endParaRPr lang="en-US" altLang="zh-CN"/>
          </a:p>
          <a:p>
            <a:endParaRPr lang="en-US" altLang="zh-CN" sz="1400"/>
          </a:p>
          <a:p>
            <a:r>
              <a:rPr lang="zh-CN" altLang="en-US"/>
              <a:t>招聘启事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联系我们</a:t>
            </a:r>
          </a:p>
        </p:txBody>
      </p:sp>
    </p:spTree>
    <p:extLst>
      <p:ext uri="{BB962C8B-B14F-4D97-AF65-F5344CB8AC3E}">
        <p14:creationId xmlns:p14="http://schemas.microsoft.com/office/powerpoint/2010/main" val="511114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66</Words>
  <Application>Microsoft Office PowerPoint</Application>
  <PresentationFormat>宽屏</PresentationFormat>
  <Paragraphs>27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box jod</dc:creator>
  <cp:lastModifiedBy>box jod</cp:lastModifiedBy>
  <cp:revision>1</cp:revision>
  <dcterms:created xsi:type="dcterms:W3CDTF">2026-05-18T05:01:02Z</dcterms:created>
  <dcterms:modified xsi:type="dcterms:W3CDTF">2026-05-18T06:18:33Z</dcterms:modified>
</cp:coreProperties>
</file>